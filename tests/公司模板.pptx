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6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8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9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0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1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2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3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14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5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6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17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theme/theme18.xml" ContentType="application/vnd.openxmlformats-officedocument.theme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theme/theme19.xml" ContentType="application/vnd.openxmlformats-officedocument.theme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20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2" r:id="rId3"/>
    <p:sldMasterId id="2147483683" r:id="rId4"/>
    <p:sldMasterId id="2147483694" r:id="rId5"/>
    <p:sldMasterId id="2147483705" r:id="rId6"/>
    <p:sldMasterId id="2147483716" r:id="rId7"/>
    <p:sldMasterId id="2147483727" r:id="rId8"/>
    <p:sldMasterId id="2147483738" r:id="rId9"/>
    <p:sldMasterId id="2147483749" r:id="rId10"/>
    <p:sldMasterId id="2147483760" r:id="rId11"/>
    <p:sldMasterId id="2147483771" r:id="rId12"/>
    <p:sldMasterId id="2147483782" r:id="rId13"/>
    <p:sldMasterId id="2147483793" r:id="rId14"/>
    <p:sldMasterId id="2147483804" r:id="rId15"/>
    <p:sldMasterId id="2147483815" r:id="rId16"/>
    <p:sldMasterId id="2147483826" r:id="rId17"/>
    <p:sldMasterId id="2147483837" r:id="rId18"/>
    <p:sldMasterId id="2147483848" r:id="rId19"/>
    <p:sldMasterId id="2147483859" r:id="rId20"/>
    <p:sldMasterId id="2147483870" r:id="rId21"/>
  </p:sldMasterIdLst>
  <p:notesMasterIdLst>
    <p:notesMasterId r:id="rId25"/>
  </p:notesMasterIdLst>
  <p:sldIdLst>
    <p:sldId id="264" r:id="rId22"/>
    <p:sldId id="3584" r:id="rId23"/>
    <p:sldId id="265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9">
          <p15:clr>
            <a:srgbClr val="A4A3A4"/>
          </p15:clr>
        </p15:guide>
        <p15:guide id="2" pos="38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14" autoAdjust="0"/>
  </p:normalViewPr>
  <p:slideViewPr>
    <p:cSldViewPr snapToGrid="0" showGuides="1">
      <p:cViewPr varScale="1">
        <p:scale>
          <a:sx n="102" d="100"/>
          <a:sy n="102" d="100"/>
        </p:scale>
        <p:origin x="176" y="72"/>
      </p:cViewPr>
      <p:guideLst>
        <p:guide orient="horz" pos="2239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44997" cy="4499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D6D573-4994-4489-A945-C402BD6093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9BAC-8AEA-9783-687F-13C9102F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>
            <a:extLst>
              <a:ext uri="{FF2B5EF4-FFF2-40B4-BE49-F238E27FC236}">
                <a16:creationId xmlns:a16="http://schemas.microsoft.com/office/drawing/2014/main" id="{C9FF801B-C0D1-D2E3-4BE0-50B95CBCC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7106" name="备注占位符 2">
            <a:extLst>
              <a:ext uri="{FF2B5EF4-FFF2-40B4-BE49-F238E27FC236}">
                <a16:creationId xmlns:a16="http://schemas.microsoft.com/office/drawing/2014/main" id="{F71EFA40-C4C6-5E39-AC8A-9E064C1065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7107" name="灯片编号占位符 3">
            <a:extLst>
              <a:ext uri="{FF2B5EF4-FFF2-40B4-BE49-F238E27FC236}">
                <a16:creationId xmlns:a16="http://schemas.microsoft.com/office/drawing/2014/main" id="{91FC940F-41A2-3500-C4DB-289F801E8F33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7115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正文_标题&amp;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20" y="188913"/>
            <a:ext cx="10943167" cy="7921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0" i="0" kern="1200" dirty="0">
                <a:solidFill>
                  <a:srgbClr val="1850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 dirty="0"/>
          </a:p>
        </p:txBody>
      </p:sp>
      <p:sp>
        <p:nvSpPr>
          <p:cNvPr id="5" name="Line 9"/>
          <p:cNvSpPr>
            <a:spLocks noChangeShapeType="1"/>
          </p:cNvSpPr>
          <p:nvPr/>
        </p:nvSpPr>
        <p:spPr bwMode="auto">
          <a:xfrm>
            <a:off x="624420" y="1052513"/>
            <a:ext cx="1094316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b="0" i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8531" y="6278507"/>
            <a:ext cx="1600423" cy="3905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18408" y="875464"/>
            <a:ext cx="4572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12833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5452" y="1397489"/>
            <a:ext cx="5157787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5452" y="1931497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7864" y="1397489"/>
            <a:ext cx="5183188" cy="534008"/>
          </a:xfrm>
        </p:spPr>
        <p:txBody>
          <a:bodyPr anchor="b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7864" y="1931497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0165" y="1582708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326283"/>
            <a:ext cx="10515600" cy="43513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19100" y="176357"/>
            <a:ext cx="10515600" cy="46141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706793" y="739529"/>
            <a:ext cx="788324" cy="537894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6592" y="710282"/>
            <a:ext cx="7734300" cy="543743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eaLnBrk="0" hangingPunct="0"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strike="noStrike" kern="1200" cap="none" spc="0" normalizeH="0" baseline="0" noProof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theme" Target="../theme/theme14.xml"/><Relationship Id="rId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theme" Target="../theme/theme15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theme" Target="../theme/theme16.xml"/><Relationship Id="rId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73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7.xml"/><Relationship Id="rId11" Type="http://schemas.openxmlformats.org/officeDocument/2006/relationships/theme" Target="../theme/theme19.xml"/><Relationship Id="rId5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4.xml"/><Relationship Id="rId7" Type="http://schemas.openxmlformats.org/officeDocument/2006/relationships/slideLayout" Target="../slideLayouts/slideLayout19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7.xml"/><Relationship Id="rId11" Type="http://schemas.openxmlformats.org/officeDocument/2006/relationships/theme" Target="../theme/theme20.xml"/><Relationship Id="rId5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20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11" Type="http://schemas.openxmlformats.org/officeDocument/2006/relationships/theme" Target="../theme/theme21.xml"/><Relationship Id="rId5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031" name="图片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033" name="图片 1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DE1666-36CE-4AB8-B9AA-0C6E92F9CE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2057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67AAE1-9806-47DE-BDFB-3C873C1182C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3079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3081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DF8B1-A90A-49C5-AD4B-DB389D6CA4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4103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4105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746F10-7A5D-469C-A54B-E7B99DB0BD6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5127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5129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BE1741-2A81-4C8F-BB3C-BFB78CA260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6151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6153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171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2C2B7D-21DD-46A3-9A04-A11913D46AE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7175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7177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195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CE9EFA-3FEE-4C5B-9D57-A4029B9B109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8199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8201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219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58C8A-5778-4F29-9B76-6224C7D391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9223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9225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43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BB24F1-3823-49FE-BFEF-4A9C41AC70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0247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0249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C5A574-DF5E-4C72-B63E-FC6EFEC07F3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1271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1273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291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D28CB6-F161-4C7F-A3AD-731BD8B6598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2295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2297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315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38950-D7BF-4F91-9BA4-9C7725E3DE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3319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3321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4339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18A12-B93D-4AF7-BC9C-C1755D5E3C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4343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4345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63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9398E-0504-42DF-9D8F-15E4A935681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5367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5369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6387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70FCF9-AE25-4C15-AF1F-CF46C8040A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6391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6393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411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D4E0C-33A7-4A1C-AA2B-E798BCAC73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7415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7417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8439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8441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9459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19463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19465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483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20487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20489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占位符 1"/>
          <p:cNvSpPr>
            <a:spLocks noGrp="1"/>
          </p:cNvSpPr>
          <p:nvPr>
            <p:ph type="title"/>
          </p:nvPr>
        </p:nvSpPr>
        <p:spPr>
          <a:xfrm>
            <a:off x="419100" y="176213"/>
            <a:ext cx="105156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1507" name="文本占位符 2"/>
          <p:cNvSpPr>
            <a:spLocks noGrp="1"/>
          </p:cNvSpPr>
          <p:nvPr>
            <p:ph type="body"/>
          </p:nvPr>
        </p:nvSpPr>
        <p:spPr>
          <a:xfrm>
            <a:off x="838200" y="1268413"/>
            <a:ext cx="10515600" cy="4351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22860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二级</a:t>
            </a:r>
          </a:p>
          <a:p>
            <a:pPr lvl="2" indent="-228600"/>
            <a:r>
              <a:rPr lang="zh-CN" altLang="en-US" dirty="0"/>
              <a:t>三级</a:t>
            </a:r>
          </a:p>
          <a:p>
            <a:pPr lvl="3" indent="-228600"/>
            <a:r>
              <a:rPr lang="zh-CN" altLang="en-US" dirty="0"/>
              <a:t>四级</a:t>
            </a:r>
          </a:p>
          <a:p>
            <a:pPr lvl="4" indent="-228600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0C7CDD-1D6E-491F-B854-CEE8F2148D6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en-US" strike="noStrike" noProof="1">
              <a:latin typeface="微软雅黑" panose="020B0503020204020204" pitchFamily="34" charset="-122"/>
            </a:endParaRPr>
          </a:p>
        </p:txBody>
      </p:sp>
      <p:pic>
        <p:nvPicPr>
          <p:cNvPr id="21511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249988"/>
            <a:ext cx="121920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667250" y="6407150"/>
            <a:ext cx="28575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中用科技文件，未经许可请勿转发</a:t>
            </a:r>
          </a:p>
        </p:txBody>
      </p:sp>
      <p:pic>
        <p:nvPicPr>
          <p:cNvPr id="21513" name="图片 1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96500" y="6353175"/>
            <a:ext cx="1714500" cy="417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flipV="1">
            <a:off x="419100" y="635000"/>
            <a:ext cx="11353800" cy="46038"/>
          </a:xfrm>
          <a:prstGeom prst="rect">
            <a:avLst/>
          </a:prstGeom>
          <a:solidFill>
            <a:srgbClr val="3C7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84956" y="1992629"/>
            <a:ext cx="5002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spc="500" dirty="0">
                <a:solidFill>
                  <a:schemeClr val="bg1"/>
                </a:solidFill>
              </a:rPr>
              <a:t>标题</a:t>
            </a:r>
            <a:endParaRPr kumimoji="0" lang="zh-CN" altLang="en-US" sz="5400" kern="1200" cap="none" spc="500" normalizeH="0" noProof="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41115" y="4390372"/>
            <a:ext cx="6984438" cy="709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kern="1200" cap="none" spc="500" normalizeH="0" baseline="0" noProof="0" dirty="0">
                <a:solidFill>
                  <a:schemeClr val="bg1"/>
                </a:solidFill>
              </a:rPr>
              <a:t>副标题</a:t>
            </a:r>
            <a:endParaRPr kumimoji="0" lang="en-US" altLang="zh-CN" sz="1400" kern="1200" cap="none" spc="500" normalizeH="0" baseline="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0552-DBC4-C717-6F44-56CF078C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81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96000" y="2962275"/>
            <a:ext cx="3149600" cy="644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kern="1200" cap="none" spc="500" normalizeH="0" baseline="0" noProof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请审阅！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b8b2db9-8e74-40b2-b9cd-e4347a772485"/>
  <p:tag name="COMMONDATA" val="eyJoZGlkIjoiZGZiNmQ5Zjc5ODE2YTY3YzZkYTllYzAzOTZhYzY2MmM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6846</TotalTime>
  <Words>10</Words>
  <Application>Microsoft Office PowerPoint</Application>
  <PresentationFormat>宽屏</PresentationFormat>
  <Paragraphs>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21</vt:i4>
      </vt:variant>
      <vt:variant>
        <vt:lpstr>幻灯片标题</vt:lpstr>
      </vt:variant>
      <vt:variant>
        <vt:i4>3</vt:i4>
      </vt:variant>
    </vt:vector>
  </HeadingPairs>
  <TitlesOfParts>
    <vt:vector size="27" baseType="lpstr">
      <vt:lpstr>微软雅黑</vt:lpstr>
      <vt:lpstr>Arial</vt:lpstr>
      <vt:lpstr>Calibri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10_自定义设计方案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610224661@qq.com</dc:creator>
  <cp:lastModifiedBy>Luoyu U</cp:lastModifiedBy>
  <cp:revision>354</cp:revision>
  <dcterms:created xsi:type="dcterms:W3CDTF">2022-11-25T12:27:00Z</dcterms:created>
  <dcterms:modified xsi:type="dcterms:W3CDTF">2026-10-26T07:25:54Z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2161E4EC3CFF48E7A4685F9CC1767DCC</vt:lpwstr>
  </property>
</Properties>
</file>